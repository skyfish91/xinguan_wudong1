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5D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24528"/>
            <a:ext cx="9144000" cy="109728"/>
          </a:xfrm>
          <a:prstGeom prst="rect">
            <a:avLst/>
          </a:prstGeom>
          <a:solidFill>
            <a:srgbClr val="C77B3F"/>
          </a:solidFill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乌东文旅"衣食住行"综合服务平台</a:t>
            </a:r>
            <a:endParaRPr lang="en-US" sz="3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42316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2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面向贵州黔东南乌东村的文旅一站式服务平台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400" dirty="0">
                <a:solidFill>
                  <a:srgbClr val="BFCB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</a:t>
            </a:r>
            <a:r>
              <a:rPr lang="en-US" altLang="zh-CN" sz="1400" dirty="0">
                <a:solidFill>
                  <a:srgbClr val="BFCB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r>
              <a:rPr lang="en-US" sz="1400" dirty="0">
                <a:solidFill>
                  <a:srgbClr val="BFCB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小组项目路演 · 2026 年 9 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2F5D50"/>
          </a:solidFill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5D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项目概述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需求背景与建设范围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7955280" cy="0"/>
          </a:xfrm>
          <a:prstGeom prst="line">
            <a:avLst/>
          </a:prstGeom>
          <a:noFill/>
          <a:ln w="19050">
            <a:solidFill>
              <a:srgbClr val="C77B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78638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为乌东村文旅场景提供"衣、食、住、行、社区"五位一体的一站式服务：游客看得到、买得到、约得到、玩得到，商家与平台管得住。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863840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衣：非遗商品（银饰、蜡染、刺绣），SKU 规格 + 传承人介绍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食：餐厅浏览、餐位时段预订、农产品特产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住：民宿筛选、房价日历、预订入住码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行：景区门票、精品路线、电子票核销、攻略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社区：照片分享、话题、点赞评论、敏感词审核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平台：用户体系、统一购物车、订单中心、模拟支付、管理后台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2F5D50"/>
          </a:solidFill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5D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技术架构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模块化单体，四层结构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7955280" cy="0"/>
          </a:xfrm>
          <a:prstGeom prst="line">
            <a:avLst/>
          </a:prstGeom>
          <a:noFill/>
          <a:ln w="19050">
            <a:solidFill>
              <a:srgbClr val="C77B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7863840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客户端层：Vue 3 游客 PC 端 + 管理后台（两套应用）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接入层：JWT 双 token 鉴权（access 2 小时 + refresh 7 天自动续期）、统一响应与错误码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业务层：六大模块 + 公共能力（用户/购物车/订单/支付/消息/上传），模块边界清晰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数据层：MySQL 8.0（55 张表，八域划分）+ Redis 7（验证码/首页/详情/路线列表缓存）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技术栈：后端 Midway 3 + TypeScript，前端 Vue 3 + Element Plus，Docker Compose 一键部署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工程化：Jest 227 用例、GitHub Actions CI（构建/测试/镜像验证）、10 条架构决策记录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2F5D50"/>
          </a:solidFill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5D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架构决策：为什么是模块化单体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需求书中的微服务图是"建议"，我们做了自己的评估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7955280" cy="0"/>
          </a:xfrm>
          <a:prstGeom prst="line">
            <a:avLst/>
          </a:prstGeom>
          <a:noFill/>
          <a:ln w="19050">
            <a:solidFill>
              <a:srgbClr val="C77B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7863840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需求书给出的微服务拆分图为建议性质，非强制要求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天课程周期：单体可交付、可演示、可验证，微服务要付出注册/网关/调用链的额外复杂度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模块边界按微服务粒度划分（衣/食/住/行/社区/平台），未来拆分路径保留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决策过程沉淀为 10 条 ADR（架构决策记录），答辩可查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2F5D50"/>
          </a:solidFill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5D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亮点一：统一订单中心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五类订单共享一条状态机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7955280" cy="0"/>
          </a:xfrm>
          <a:prstGeom prst="line">
            <a:avLst/>
          </a:prstGeom>
          <a:noFill/>
          <a:ln w="19050">
            <a:solidFill>
              <a:srgbClr val="C77B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7863840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商品 / 餐位 / 住宿 / 门票 / 路线五类订单共用状态机：待支付→已支付→已确认→进行中→已完成，加取消/退款分支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每类订单用扩展表承载差异化信息（餐位时段、入住码、电子票等）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支付回调幂等处理（已支付直接返回），同一回调内完成佣金记账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佣金规则配置化：实物订单 5%、服务订单 10%，后台可调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2F5D50"/>
          </a:solidFill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5D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亮点二：库存防超卖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演示不翻车的底气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7955280" cy="0"/>
          </a:xfrm>
          <a:prstGeom prst="line">
            <a:avLst/>
          </a:prstGeom>
          <a:noFill/>
          <a:ln w="19050">
            <a:solidFill>
              <a:srgbClr val="C77B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7863840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SKU、房态、票务、餐位四类库存全部使用条件 UPDATE 原子扣减（WHERE stock &gt;= n），超卖直接失败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超时未支付订单由定时任务自动关闭并回补库存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整条链路（预扣、回补、超卖拦截）均有单元测试覆盖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真实缺陷案例：路线下单曾误扣票务库存（路线必买必败），被测试拦截后修复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2F5D50"/>
          </a:solidFill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5D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亮点三：内容安全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敏感词过滤 + 人工审核闭环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7955280" cy="0"/>
          </a:xfrm>
          <a:prstGeom prst="line">
            <a:avLst/>
          </a:prstGeom>
          <a:noFill/>
          <a:ln w="19050">
            <a:solidFill>
              <a:srgbClr val="C77B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7863840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社区发帖经敏感词过滤，命中的自动转人工审核，管理员可过审或驳回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评论命中敏感词直接隐藏，不计入展示数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真实缺陷案例：审核路径写入 published_at 触发数据库约束错误（发帖必报错），被测试拦截后修复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2F5D50"/>
          </a:solidFill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5D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亮点四：测试与部署工程化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代码、测试、部署全部可复现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7955280" cy="0"/>
          </a:xfrm>
          <a:prstGeom prst="line">
            <a:avLst/>
          </a:prstGeom>
          <a:noFill/>
          <a:ln w="19050">
            <a:solidFill>
              <a:srgbClr val="C77B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7863840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227 个单元测试用例全部通过，语句覆盖率 80.74%（要求 60%），分支 60.97%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测试拦截 3 个"演示必翻车"缺陷（DDL 约束、路线下单、缓存串数据），运行日志巡检再发现 1 个（未登录购物车计数 500）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MySQL、Redis、后端、两个前端共五容器，一条 docker compose 命令拉起，healthcheck + 启动顺序编排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CI/CD 流水线：构建、测试（真实 MySQL）、镜像验证，本地等效验证全部通过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联调验收又发现并修复容器环境两缺陷：种子数据中文乱码（SET NAMES utf8mb4）、种子图片未入镜像（COPY uploads/seeds）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2F5D50"/>
          </a:solidFill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5D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协作方法（本课程特色）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全程 Claude Code 协作开发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7955280" cy="0"/>
          </a:xfrm>
          <a:prstGeom prst="line">
            <a:avLst/>
          </a:prstGeom>
          <a:noFill/>
          <a:ln w="19050">
            <a:solidFill>
              <a:srgbClr val="C77B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7863840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任务分解先行：6 天课程拆成 19 个可验收任务，逐项跟踪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规范技能化：命名、响应格式、防超卖约定写成项目级 Skill，AI 每次开发自动加载，全项目零风格漂移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契约先行：实体 + DDL + Swagger 注解三处同步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测试兜底：单元测试不仅验证行为，还反向拦截了 3 个真实缺陷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体会：AI 把写代码成本降下来之后，人的精力应放在架构决策、需求确认、验收标准上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2F5D50"/>
          </a:solidFill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5D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演示流程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一条完整游客旅程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7955280" cy="0"/>
          </a:xfrm>
          <a:prstGeom prst="line">
            <a:avLst/>
          </a:prstGeom>
          <a:noFill/>
          <a:ln w="19050">
            <a:solidFill>
              <a:srgbClr val="C77B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7863840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注册登录 → 浏览非遗商品（详情/规格/收藏/评价）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餐位时段预订、民宿房价日历预订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门票购买 + 精品路线下单 → 统一购物车结算（按商家拆单）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模拟支付（扫码回调）→ 订单状态流转 → 电子票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切换管理后台：商家接单核销、平台数据看板、内容审核、佣金记账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2F5D50"/>
          </a:solidFill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5D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常见问题预案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7955280" cy="0"/>
          </a:xfrm>
          <a:prstGeom prst="line">
            <a:avLst/>
          </a:prstGeom>
          <a:noFill/>
          <a:ln w="19050">
            <a:solidFill>
              <a:srgbClr val="C77B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7863840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为什么用模块化单体而不是微服务？——需求书微服务图为建议；6 天周期单体可交付可演示；模块边界已按微服务粒度划分，拆分路径保留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库存超卖怎么保证？——条件 UPDATE 原子扣减（WHERE stock &gt;= n），MySQL 行锁保证并发安全，测试覆盖超卖与回补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为什么支付是模拟的？——无商户资质，需求书允许；回调接口按真实微信支付结构设计，接入真实支付只需替换回调来源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测试覆盖率为什么选 60% 门槛？——任务要求 60%，实际 80.74%；admin 模块接口薄且多是主要拉低项</a:t>
            </a:r>
            <a:endParaRPr lang="en-US" sz="1500" dirty="0"/>
          </a:p>
          <a:p>
            <a:pPr marL="101600" indent="-1016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JWT 如何防泄露？——access 2 小时短有效期 + refresh 7 天，前端拦截器自动续期；密码 bcrypt 存储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5D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17320"/>
            <a:ext cx="9144000" cy="91440"/>
          </a:xfrm>
          <a:prstGeom prst="rect">
            <a:avLst/>
          </a:prstGeom>
          <a:solidFill>
            <a:srgbClr val="C77B3F"/>
          </a:solidFill>
        </p:spPr>
      </p:sp>
      <p:sp>
        <p:nvSpPr>
          <p:cNvPr id="3" name="Text 1"/>
          <p:cNvSpPr/>
          <p:nvPr/>
        </p:nvSpPr>
        <p:spPr>
          <a:xfrm>
            <a:off x="731520" y="1828800"/>
            <a:ext cx="7680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谢谢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2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从需求拆解到可部署系统：代码、测试、部署、文档全部可复现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337560"/>
            <a:ext cx="7680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CB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一条 docker compose 命令即可跑起完整系统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2257</Words>
  <Application>WPS 演示</Application>
  <PresentationFormat>On-screen Show (16:9)</PresentationFormat>
  <Paragraphs>129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乌东文旅衣食住行综合服务平台 路演</dc:title>
  <dc:creator>乌东文旅开发小组</dc:creator>
  <dc:subject>PptxGenJS Presentation</dc:subject>
  <cp:lastModifiedBy>唐晶</cp:lastModifiedBy>
  <cp:revision>4</cp:revision>
  <dcterms:created xsi:type="dcterms:W3CDTF">2026-09-08T17:41:00Z</dcterms:created>
  <dcterms:modified xsi:type="dcterms:W3CDTF">2026-09-08T17:45:19Z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8582CAE8DDC243279FFA47C218A7C764_12</vt:lpwstr>
  </property>
  <property fmtid="{D5CDD505-2E9C-101B-9397-08002B2CF9AE}" pid="3" name="KSOProductBuildVer">
    <vt:lpwstr>2052-12.1.0.23542</vt:lpwstr>
  </property>
</Properties>
</file>